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Aerivio Systems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Commercialization Plan — SBIR Phase 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Edge-AI acoustic threat classification for unmanned surface vessels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N251-042 · US Navy · $150,000 / 6 months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127455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Navy USV fleet projected to exceed 300 hulls by 2030 — each needs edge acoustic sensing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Beachhead: US Navy programs of record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Expansion: allied navies + commercial maritime security (ports, offshore energy)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Serviceable market growing ~$8M → $60M+ per year by 2030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[Image: Market growth chart]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 &amp; Differentiation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127455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Incumbents process acoustics shore-side → latency + comms dependence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Aerivio runs fully on-vessel at 2 watts, &lt;100 ms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Defensible IP: saliency-guided quantization pipeline (patent pending)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Retrofits deployed hulls — no new hardware program required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line: we </a:t>
            </a:r>
            <a:pPr indent="0" marL="0">
              <a:buNone/>
            </a:pPr>
            <a:r>
              <a:rPr lang="en-US" sz="18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 where connectivity fails</a:t>
            </a:r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exactly the contested environment that matters.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 &amp; Milestones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127455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I (now): feasibility on the Navy corpus, months 1–6</a:t>
            </a:r>
            <a:endParaRPr lang="en-US" sz="18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II: hardened module + at-sea demonstration (~$1.1M / 24 mo)</a:t>
            </a:r>
            <a:endParaRPr lang="en-US" sz="18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III: transition to a Navy USV program of record</a:t>
            </a:r>
            <a:endParaRPr lang="en-US" sz="18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Commercial: port-security &amp; offshore-energy monitoring (dual-use)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 is a software integration, not a hardware program — a low-barrier path to a funded home.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&amp; The Ask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I budget: </a:t>
            </a:r>
            <a:pPr indent="0" marL="0">
              <a:buNone/>
            </a:pPr>
            <a:r>
              <a:rPr lang="en-US" sz="18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$150,000</a:t>
            </a:r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over 6 months.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127455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of 3 (PI + systems + ML engineer)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Deliverable: validated 4-bit edge classifier meeting all three gates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II target: $1.1M for an at-sea demonstration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revenue path reduces single-program reliance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fund Phase I to de-risk the edge classifier and unlock the transition path.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Aerivio Commercialization</dc:title>
  <dc:subject>PptxGenJS Presentation</dc:subject>
  <dc:creator>PptxGenJS</dc:creator>
  <cp:lastModifiedBy>PptxGenJS</cp:lastModifiedBy>
  <cp:revision>1</cp:revision>
  <dcterms:created xsi:type="dcterms:W3CDTF">2026-07-16T22:58:00Z</dcterms:created>
  <dcterms:modified xsi:type="dcterms:W3CDTF">2026-07-16T22:58:00Z</dcterms:modified>
</cp:coreProperties>
</file>