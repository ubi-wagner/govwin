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Commercialization Plan — SBIR Phase 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Edge-AI acoustic threat classification for unmanned surface vessels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Navy USV fleet projected to exceed 300 hulls by 2030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autonomous hull needs edge acoustic sensing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Beachhead: Navy; expansion: allied navies + commercial maritime security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[Image: Market growth chart]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&amp; Differentiation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process acoustics shore-side (latency, comms-dependent)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runs fully on-vessel at 2 watts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IP: saliency-guided quantization pipeline (patent pending)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&amp; Milestones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I: feasibility on Navy corpus (months 1–6)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module + at-sea trials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transition to PEO USC program of record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port-security &amp; offshore-energy monitoring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 &amp; Ask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budget: 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6 months.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7455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(PI + 2 engineers)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validated 4-bit edge classifier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target: $1.1M for at-sea demonstration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Aerivio Commercialization</dc:title>
  <dc:subject>PptxGenJS Presentation</dc:subject>
  <dc:creator>PptxGenJS</dc:creator>
  <cp:lastModifiedBy>PptxGenJS</cp:lastModifiedBy>
  <cp:revision>1</cp:revision>
  <dcterms:created xsi:type="dcterms:W3CDTF">2026-07-16T17:16:05Z</dcterms:created>
  <dcterms:modified xsi:type="dcterms:W3CDTF">2026-07-16T17:16:05Z</dcterms:modified>
</cp:coreProperties>
</file>