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N251-042 · AFWERX SBIR Phase I (CSO) · $150,000 / 6 months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DoD USV fleet (Air Force &amp; Navy) projected to exceed 300 hulls by 2030 — each needs edge acoustic sensing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DoD USV programs of record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Expansion: allied navies + commercial maritime security (ports, offshore energy)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 growing ~$8M → $60M+ per year by 2030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Market growth chart]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→ latency + comms dependence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watts, &lt;100 ms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Retrofits deployed hulls — no new hardware program required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we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where connectivity fails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exactly the contested environment that matters.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(now): feasibility on the maritime corpus, months 1–6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demonstration (~$1.1M / 24 mo)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a DoD USV program of record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 (dual-use)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is a software integration, not a hardware program — a low-barrier path to a funded home.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The Ask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systems + ML engineer)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 meeting all three gates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an at-sea demonstration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revenue path reduces single-program reliance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fund Phase I to de-risk the edge classifier and unlock the transition path.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Commercialization</dc:title>
  <dc:subject>PptxGenJS Presentation</dc:subject>
  <dc:creator>PptxGenJS</dc:creator>
  <cp:lastModifiedBy>PptxGenJS</cp:lastModifiedBy>
  <cp:revision>1</cp:revision>
  <dcterms:created xsi:type="dcterms:W3CDTF">2026-07-16T23:38:04Z</dcterms:created>
  <dcterms:modified xsi:type="dcterms:W3CDTF">2026-07-16T23:38:04Z</dcterms:modified>
</cp:coreProperties>
</file>