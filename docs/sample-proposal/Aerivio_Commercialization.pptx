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AFWERX SBIR Phase I (CSO) · $150,000 / 6 months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3730A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 USV fleet (Air Force &amp; Navy) projected to exceed 300 hulls by 2030 — each needs edge acoustic sensing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DoD USV programs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5516" y="3200400"/>
            <a:ext cx="6217920" cy="28263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maritime corpus, months 1–6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DoD USV program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84248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2026-07-17T13:51:00Z</dcterms:created>
  <dcterms:modified xsi:type="dcterms:W3CDTF">2026-07-17T13:51:00Z</dcterms:modified>
</cp:coreProperties>
</file>