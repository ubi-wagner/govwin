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Aerivio Systems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for distributed maritime autonomy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5 Supporting Document · Navy STTR Phase I · Topic N25B-T042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F29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194560" cy="50292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 building power-efficient, on-device AI for defense maritime autonomy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by low-power ML and embedded-systems engineers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competency: compressing accurate acoustic classifiers to single-digit-watt edge modules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put reliable classification where connectivity fails — the contested edge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194560" cy="50292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Mara Ellison — PI · 12 yrs low-power ML for sensing; author of core quantization IP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Tomas Reyes — Systems · 9 yrs embedded real-time; two fielded maritime autonomy stacks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Nandakumar — ML · model compression &amp; data augmentation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Advisory: acoustics SME + transition advisor (former program office)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Teamed with </a:t>
            </a:r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Cascadia State University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undersea acoustics research (STTR RI).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Technology &amp; 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194560" cy="50292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Quantization-aware training to 4-bit weights with &lt;1.5-point accuracy loss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Saliency-guided structured pruning — removes ~70% of parameters (patent pending)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sub-watt runtime — guaranteed p99 latency at a fixed power budget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an accurate maritime classifier in a 2-watt envelope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3191" y="3200400"/>
            <a:ext cx="6022571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126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On-node inference + consensus fusion — classification at the distributed edge.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194560" cy="50292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AFWERX SBIR Phase I (CSO) — single-vessel 4-bit acoustic classifier, 92%+ balanced accuracy at 2 W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prior fielded maritime autonomy stacks (systems team)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quantization and edge-scheduling publications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Reusable, meta-tagged content library carried pursuit-to-pursuit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STTR builds directly on the AFWERX result — distribution and propagation are the new science.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STTR Partnership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194560" cy="50292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Aerivio (SBC, prime) — edge AI, quantization, on-node runtime, fusion implementation (56%)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Cascadia State (RI) — channel characterization, propagation models, corpus, range validation (35%)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PI at the SBC; RI Co-Investigator leads ocean-acoustics tasks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of Rights executed pre-award — transition path kept unencumbered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&amp; Capabilities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194560" cy="50292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Aerivio: acoustics bench, anechoic enclosure, 2-watt edge kits, GPU cluster, power-measurement bench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Cascadia State: calibrated test tank, hydrophone array, coastal test range, HPC for propagation modeling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stack spans lab bench to at-sea range — no single party could replicate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Aerivio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194560" cy="50292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On-node inference where incumbents depend on backhaul that undersea denies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2-watt classifier — not a research prototype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Propagation-aware + consensus fusion — weak partial observations become confident classification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transition into existing node power budgets — no new hardware program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5516" y="3200400"/>
            <a:ext cx="6217920" cy="28263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Commercialization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194560" cy="50292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I: feasibility in simulation + tank/range (now)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II: hardened nodes + at-sea multi-node demo (~$1.6M / 24 mo)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III: Navy undersea / USV program of record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Commercial: port &amp; offshore-energy maritime domain awareness (dual-use)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243584"/>
            <a:ext cx="2194560" cy="50292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edge-AI small business + a leading ocean-acoustics research lab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validated 2-watt classifier extended to distributed, propagation-aware, contested undersea sensing</a:t>
            </a:r>
            <a:endParaRPr lang="en-US" sz="18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STTR teaming, clear transition, dual-use market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816352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Aerivio Systems · contact@aerivio.example · Proprietary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Aerivio Company Overview</dc:title>
  <dc:subject>PptxGenJS Presentation</dc:subject>
  <dc:creator>PptxGenJS</dc:creator>
  <cp:lastModifiedBy>PptxGenJS</cp:lastModifiedBy>
  <cp:revision>1</cp:revision>
  <dcterms:created xsi:type="dcterms:W3CDTF">2026-07-18T01:08:27Z</dcterms:created>
  <dcterms:modified xsi:type="dcterms:W3CDTF">2026-07-18T01:08:27Z</dcterms:modified>
</cp:coreProperties>
</file>